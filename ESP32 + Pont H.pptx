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58" r:id="rId4"/>
    <p:sldId id="257" r:id="rId5"/>
    <p:sldId id="259" r:id="rId6"/>
    <p:sldId id="267" r:id="rId7"/>
    <p:sldId id="266" r:id="rId8"/>
    <p:sldId id="265" r:id="rId9"/>
    <p:sldId id="264" r:id="rId10"/>
    <p:sldId id="263" r:id="rId11"/>
    <p:sldId id="262" r:id="rId12"/>
    <p:sldId id="260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EA82C-1B3A-C350-68C5-BC40C6541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59FE8-CD9F-803D-FCA6-853924A29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61AC7-BBA5-4D9D-56EC-0295CB9E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1081-DDAE-4531-AB71-241BFC4B3853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4397B-B701-4888-BFC5-FF21EEDD3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53ED7-EE28-9145-66E3-EBAEAB86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FBFA7-9270-4CAA-A8D7-741A6C689F6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9705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A2DD-9AA6-ACFA-3435-E9CA5C92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50D81-2B07-289A-843E-90327F5C6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BC828-2DC9-4B16-4349-A37465D0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1081-DDAE-4531-AB71-241BFC4B3853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5B39-5680-1C5B-958B-37B7B5466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5BAAC-AD55-870B-3C03-CE6B53F2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FBFA7-9270-4CAA-A8D7-741A6C689F6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067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1638-FA32-50BA-FC1A-7EC231C2E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C06D8-9F25-144A-92EE-E11CE3B46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5C1F8-AADC-B50E-384B-A8FD7BA10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1081-DDAE-4531-AB71-241BFC4B3853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ECDE8-50DA-22C2-491F-7FB0C21EE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16A0E-9667-0424-C368-B9B71E7F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FBFA7-9270-4CAA-A8D7-741A6C689F6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83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8C2E-E5F9-6C4C-BFC5-9A2474A6F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5D447-1CCC-2454-CE5E-E919B3920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1C219-AA02-3590-8F0E-FD55C6804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1A54C-BCA1-1BEA-FE9A-B58DDEF37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1081-DDAE-4531-AB71-241BFC4B3853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BE160-B33D-1909-0DD5-AB457D17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AE63B-733B-852E-4C07-745243DE0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FBFA7-9270-4CAA-A8D7-741A6C689F6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59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C05F-81FC-ADB3-020A-335565F9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09B43-E3C9-ABFF-EDC1-93136EB3D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90D38-1758-9572-F330-D9ED3F609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0F3BAA-4DE6-0B64-3BB1-D0869CA08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13E27-7650-B52A-0A57-0D78F3DF5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CBC43B-4A04-9D95-1C52-B34341B92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1081-DDAE-4531-AB71-241BFC4B3853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6BED7-2219-1386-8CDD-D154ED0C0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DF8E24-5A87-ABC9-238C-78063DFE6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FBFA7-9270-4CAA-A8D7-741A6C689F6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81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46A9A-91D4-0EC4-7395-DE2A8F6B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34C17-504A-76F0-E71F-05B480F5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1081-DDAE-4531-AB71-241BFC4B3853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4417A-3FC5-6D18-FC6E-9F7AE21C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986B0-4A0D-F6CF-EB77-1910F66A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FBFA7-9270-4CAA-A8D7-741A6C689F6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40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315F5-3F7B-6E41-F0AD-BD0E300B2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1081-DDAE-4531-AB71-241BFC4B3853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11DB6E-5B91-4C44-22D5-3BB1BDDD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52C48-8AC0-5E1B-DE7E-7CCEDA0F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FBFA7-9270-4CAA-A8D7-741A6C689F6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4133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2AEE-4AC9-8E05-1E1B-8074ABAF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178A7-BA4D-2F79-A620-A77D54806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ECE40-119F-F6C0-4800-0C4C41525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73CE4-E819-6C64-279C-256BA80F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1081-DDAE-4531-AB71-241BFC4B3853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05FEB-1B68-250F-E006-F8FD2DDD9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AF971-9108-5C1D-2B07-892816C0D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FBFA7-9270-4CAA-A8D7-741A6C689F6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05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C0E6A-CBA2-90AC-2021-65399129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572BF-997E-52D7-28A0-0DC336D8C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D9C34-8D6B-D1A2-C259-2282339AF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559D1-0D18-0967-54DA-6188EE469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1081-DDAE-4531-AB71-241BFC4B3853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0E2CE-B637-CC20-13C2-B733B5FD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0B169-A23B-9BAE-BDED-08C92A77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FBFA7-9270-4CAA-A8D7-741A6C689F6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541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1A08-BAF3-E88D-24E1-76383AF5A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E224D-A159-B811-E8E5-471758151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8F73B-4CE2-3EB2-F708-6D82FC2EB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1081-DDAE-4531-AB71-241BFC4B3853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692E2-8D28-5C3D-8BD7-C901DB6A0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38D8C-C10A-8B12-ECBD-81FB0C961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FBFA7-9270-4CAA-A8D7-741A6C689F6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5419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A8CA09-F72B-EEE5-A2B2-D25B5CDE5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CD71C-2DC3-F787-DC95-13F9F9884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2BFA4-6D83-E645-CB9D-94DCBDD4A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1081-DDAE-4531-AB71-241BFC4B3853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97961-9C17-8965-0DF4-897FA6F71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D6A0E-BDFB-E69B-2B7D-27D5C75D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FBFA7-9270-4CAA-A8D7-741A6C689F6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2417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95BF26-99AC-3839-CDEE-09E3D27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C0F65-F41F-D3FC-8524-52E9410B7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E8B4F-0642-3321-746A-C581CF94F1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C1081-DDAE-4531-AB71-241BFC4B3853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39887-BDEA-CFD8-FDA1-A2880F8E9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4D36D-E993-7914-EF25-9AEB9045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FBFA7-9270-4CAA-A8D7-741A6C689F6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276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683E2-0C4E-68E3-E195-5D8A2D36E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335E1-DA2F-374C-65FD-2640554FF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ESP32 et Pont H</a:t>
            </a:r>
          </a:p>
          <a:p>
            <a:r>
              <a:rPr lang="fr-FR" dirty="0"/>
              <a:t>Ajout de Librairie PS4 pour </a:t>
            </a:r>
            <a:r>
              <a:rPr lang="fr-FR" dirty="0" err="1"/>
              <a:t>connection</a:t>
            </a:r>
            <a:r>
              <a:rPr lang="fr-FR" dirty="0"/>
              <a:t> de avec Manette Ps4 pour le control de robot et de drivers pour </a:t>
            </a:r>
            <a:r>
              <a:rPr lang="fr-FR" dirty="0" err="1"/>
              <a:t>televerser</a:t>
            </a:r>
            <a:r>
              <a:rPr lang="fr-FR" dirty="0"/>
              <a:t> le code en esp32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629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8768-1D45-6DEB-D991-9BFC2CA09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</a:t>
            </a:r>
            <a:r>
              <a:rPr lang="fr-FR" dirty="0" err="1"/>
              <a:t>cablage</a:t>
            </a:r>
            <a:r>
              <a:rPr lang="fr-FR" dirty="0"/>
              <a:t> pour 2 pont H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29FA2-13E0-3EB9-31E4-FB709B846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6" y="1690688"/>
            <a:ext cx="10752881" cy="510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97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D07A-C068-0C92-79E1-8852B14E0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Definition</a:t>
            </a:r>
            <a:r>
              <a:rPr lang="fr-FR" dirty="0"/>
              <a:t> des Pines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5B58D-80E7-A4DE-49A1-3B138FAC6886}"/>
              </a:ext>
            </a:extLst>
          </p:cNvPr>
          <p:cNvSpPr txBox="1"/>
          <p:nvPr/>
        </p:nvSpPr>
        <p:spPr>
          <a:xfrm>
            <a:off x="1195086" y="1989554"/>
            <a:ext cx="60940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#define rm1 14</a:t>
            </a:r>
          </a:p>
          <a:p>
            <a:r>
              <a:rPr lang="fr-FR" dirty="0"/>
              <a:t>#define rm2 27</a:t>
            </a:r>
          </a:p>
          <a:p>
            <a:r>
              <a:rPr lang="fr-FR" dirty="0"/>
              <a:t>#define lm1 12</a:t>
            </a:r>
          </a:p>
          <a:p>
            <a:r>
              <a:rPr lang="fr-FR" dirty="0"/>
              <a:t>#define lm2 13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                                                                                                                                            </a:t>
            </a:r>
          </a:p>
          <a:p>
            <a:r>
              <a:rPr lang="fr-FR" dirty="0"/>
              <a:t>#define v1 25</a:t>
            </a:r>
          </a:p>
          <a:p>
            <a:r>
              <a:rPr lang="fr-FR" dirty="0"/>
              <a:t>#define v2 26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6A65B-03CE-318E-69F7-A86038E24BD2}"/>
              </a:ext>
            </a:extLst>
          </p:cNvPr>
          <p:cNvSpPr txBox="1"/>
          <p:nvPr/>
        </p:nvSpPr>
        <p:spPr>
          <a:xfrm>
            <a:off x="5859684" y="1321000"/>
            <a:ext cx="609407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void</a:t>
            </a:r>
            <a:r>
              <a:rPr lang="fr-FR" dirty="0"/>
              <a:t> setup()</a:t>
            </a:r>
          </a:p>
          <a:p>
            <a:r>
              <a:rPr lang="fr-FR" dirty="0"/>
              <a:t>{</a:t>
            </a:r>
          </a:p>
          <a:p>
            <a:r>
              <a:rPr lang="fr-FR" dirty="0"/>
              <a:t>   </a:t>
            </a:r>
          </a:p>
          <a:p>
            <a:r>
              <a:rPr lang="fr-FR" dirty="0"/>
              <a:t>  </a:t>
            </a:r>
            <a:r>
              <a:rPr lang="fr-FR" dirty="0" err="1"/>
              <a:t>pinMode</a:t>
            </a:r>
            <a:r>
              <a:rPr lang="fr-FR" dirty="0"/>
              <a:t>(rm1,OUTPUT);</a:t>
            </a:r>
          </a:p>
          <a:p>
            <a:r>
              <a:rPr lang="fr-FR" dirty="0"/>
              <a:t>  </a:t>
            </a:r>
            <a:r>
              <a:rPr lang="fr-FR" dirty="0" err="1"/>
              <a:t>pinMode</a:t>
            </a:r>
            <a:r>
              <a:rPr lang="fr-FR" dirty="0"/>
              <a:t>(rm2,OUTPUT);</a:t>
            </a:r>
          </a:p>
          <a:p>
            <a:r>
              <a:rPr lang="fr-FR" dirty="0"/>
              <a:t>  </a:t>
            </a:r>
            <a:r>
              <a:rPr lang="fr-FR" dirty="0" err="1"/>
              <a:t>pinMode</a:t>
            </a:r>
            <a:r>
              <a:rPr lang="fr-FR" dirty="0"/>
              <a:t>(lm1,OUTPUT);</a:t>
            </a:r>
          </a:p>
          <a:p>
            <a:r>
              <a:rPr lang="fr-FR" dirty="0"/>
              <a:t>  </a:t>
            </a:r>
            <a:r>
              <a:rPr lang="fr-FR" dirty="0" err="1"/>
              <a:t>pinMode</a:t>
            </a:r>
            <a:r>
              <a:rPr lang="fr-FR" dirty="0"/>
              <a:t>(lm2,OUTPUT);</a:t>
            </a:r>
          </a:p>
          <a:p>
            <a:r>
              <a:rPr lang="fr-FR" dirty="0"/>
              <a:t>  </a:t>
            </a:r>
            <a:r>
              <a:rPr lang="fr-FR" dirty="0" err="1"/>
              <a:t>pinMode</a:t>
            </a:r>
            <a:r>
              <a:rPr lang="fr-FR" dirty="0"/>
              <a:t>(v1,OUTPUT);</a:t>
            </a:r>
          </a:p>
          <a:p>
            <a:r>
              <a:rPr lang="fr-FR" dirty="0"/>
              <a:t>  </a:t>
            </a:r>
            <a:r>
              <a:rPr lang="fr-FR" dirty="0" err="1"/>
              <a:t>pinMode</a:t>
            </a:r>
            <a:r>
              <a:rPr lang="fr-FR" dirty="0"/>
              <a:t>(v2,OUTPUT);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Serial.begin</a:t>
            </a:r>
            <a:r>
              <a:rPr lang="fr-FR" dirty="0"/>
              <a:t>(115200);</a:t>
            </a:r>
          </a:p>
          <a:p>
            <a:r>
              <a:rPr lang="fr-FR" dirty="0"/>
              <a:t>PS4.begin("e8:61:7e:58:16:ce");//08:3a:f2:52:e0:4e`</a:t>
            </a:r>
          </a:p>
          <a:p>
            <a:r>
              <a:rPr lang="fr-FR" dirty="0" err="1"/>
              <a:t>Serial.println</a:t>
            </a:r>
            <a:r>
              <a:rPr lang="fr-FR" dirty="0"/>
              <a:t>("</a:t>
            </a:r>
            <a:r>
              <a:rPr lang="fr-FR" dirty="0" err="1"/>
              <a:t>Ready</a:t>
            </a:r>
            <a:r>
              <a:rPr lang="fr-FR" dirty="0"/>
              <a:t>.");</a:t>
            </a:r>
          </a:p>
          <a:p>
            <a:r>
              <a:rPr lang="fr-FR" dirty="0"/>
              <a:t>  </a:t>
            </a:r>
          </a:p>
          <a:p>
            <a:r>
              <a:rPr lang="fr-FR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429532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C132-0713-D58D-DA02-413184044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Definition</a:t>
            </a:r>
            <a:r>
              <a:rPr lang="fr-FR" dirty="0"/>
              <a:t> des Fonctions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6898BF-949C-3BCB-37D2-8775499E57B8}"/>
              </a:ext>
            </a:extLst>
          </p:cNvPr>
          <p:cNvSpPr txBox="1"/>
          <p:nvPr/>
        </p:nvSpPr>
        <p:spPr>
          <a:xfrm>
            <a:off x="608636" y="1599421"/>
            <a:ext cx="6802056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AVANT_MAX(){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(rm1, HIGH);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(rm2, LOW);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(lm1, HIGH);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(lm2, LOW);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analogWrite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(v1,255);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analogWrite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(v2,255);</a:t>
            </a:r>
          </a:p>
          <a:p>
            <a:endParaRPr lang="fr-FR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ARRIERE_MAX (){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(rm1, LOW);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(rm2, HIGH);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(lm1, LOW);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(lm2, HIGH);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analogWrite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(v1,255);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analogWrite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(v2,255);</a:t>
            </a:r>
          </a:p>
          <a:p>
            <a:endParaRPr lang="fr-FR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BAA87F-4A02-3B4A-953F-067F457BFFD3}"/>
              </a:ext>
            </a:extLst>
          </p:cNvPr>
          <p:cNvSpPr txBox="1"/>
          <p:nvPr/>
        </p:nvSpPr>
        <p:spPr>
          <a:xfrm>
            <a:off x="7410692" y="1322024"/>
            <a:ext cx="609407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DROITE_MAX(){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(rm1, HIGH);   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(rm2, LOW);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(lm1, LOW);   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(lm2, HIGH);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analogWrite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(v1,255);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analogWrite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(v2,255);</a:t>
            </a:r>
          </a:p>
          <a:p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GAUCHE_MAX(){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(rm1, LOW);   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(rm2, HIGH);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(lm1, HIGH);   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(lm2, LOW);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analogWrite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(v1,255);</a:t>
            </a: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analogWrite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(v2,255);</a:t>
            </a:r>
          </a:p>
          <a:p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0310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30A1-EF5D-DCCD-404D-D1B5F5AA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 Principales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3AF3E-8994-8FF1-2F01-891BFDEC1B53}"/>
              </a:ext>
            </a:extLst>
          </p:cNvPr>
          <p:cNvSpPr txBox="1"/>
          <p:nvPr/>
        </p:nvSpPr>
        <p:spPr>
          <a:xfrm>
            <a:off x="7457956" y="1564243"/>
            <a:ext cx="609407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( PS4.Left() )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DROITE_MAX();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("gauche");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("\n");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(PS4.Right()  )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GAUCHE_MAX();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("droite");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("\n");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   </a:t>
            </a:r>
          </a:p>
          <a:p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STOP();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("stop");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("\n");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2188FF-6748-F096-C171-36A44D316179}"/>
              </a:ext>
            </a:extLst>
          </p:cNvPr>
          <p:cNvSpPr txBox="1"/>
          <p:nvPr/>
        </p:nvSpPr>
        <p:spPr>
          <a:xfrm>
            <a:off x="573913" y="2227630"/>
            <a:ext cx="497036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(PS4.isConnected()){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if( PS4.Up())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AVANT_MAX();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("avant");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("\n");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endParaRPr lang="fr-FR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if(PS4.Down() )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ARRIERE_MAX();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("arrière");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("\n");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       </a:t>
            </a:r>
          </a:p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71667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8080B2-3DB8-E12D-D888-7E4177BBC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82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3F486-2BE5-1AAD-DF9B-CEF28DD0C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533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A274F-D6DE-E722-943D-FB431072E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31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EBB648-176F-69EF-EC9A-46ED54027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32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2BAD77-FB67-31DC-FFAF-BAF9282AF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07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1F7782-B6B0-313A-8725-593ED5906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49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65B3E1-477E-AA28-8260-A22BAC825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045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Exemple de cablage pour 2 pont H  </vt:lpstr>
      <vt:lpstr>Definition des Pines </vt:lpstr>
      <vt:lpstr>Definition des Fonctions </vt:lpstr>
      <vt:lpstr>Program Principales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klay khalil</dc:creator>
  <cp:lastModifiedBy>klay khalil</cp:lastModifiedBy>
  <cp:revision>1</cp:revision>
  <dcterms:created xsi:type="dcterms:W3CDTF">2024-04-02T17:12:59Z</dcterms:created>
  <dcterms:modified xsi:type="dcterms:W3CDTF">2024-04-02T17:36:02Z</dcterms:modified>
</cp:coreProperties>
</file>